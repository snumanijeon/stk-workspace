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adaad71cee4699" /><Relationship Type="http://schemas.openxmlformats.org/officeDocument/2006/relationships/extended-properties" Target="/docProps/app.xml" Id="R8b8819c6d3944035" /><Relationship Type="http://schemas.openxmlformats.org/officeDocument/2006/relationships/officeDocument" Target="/ppt/presentation.xml" Id="R6255b72ab10d4d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f235f28ece4dd2"/>
    <p:sldMasterId xmlns:r="http://schemas.openxmlformats.org/officeDocument/2006/relationships" id="2147483650" r:id="R2da7ba4b351e4957"/>
  </p:sldMasterIdLst>
  <p:notesMasterIdLst>
    <p:notesMasterId xmlns:r="http://schemas.openxmlformats.org/officeDocument/2006/relationships" r:id="Re87f8b5b24624140"/>
  </p:notesMasterIdLst>
  <p:sldIdLst>
    <p:sldId xmlns:r="http://schemas.openxmlformats.org/officeDocument/2006/relationships" id="256" r:id="Rd5258b03e5834bdb"/>
    <p:sldId xmlns:r="http://schemas.openxmlformats.org/officeDocument/2006/relationships" id="257" r:id="Rec6c45909f854464"/>
    <p:sldId xmlns:r="http://schemas.openxmlformats.org/officeDocument/2006/relationships" id="258" r:id="R10ae8cbdd2084fc1"/>
    <p:sldId xmlns:r="http://schemas.openxmlformats.org/officeDocument/2006/relationships" id="259" r:id="R51d558b4a9294c82"/>
    <p:sldId xmlns:r="http://schemas.openxmlformats.org/officeDocument/2006/relationships" id="260" r:id="Rd35eb70a0d0f49d7"/>
    <p:sldId xmlns:r="http://schemas.openxmlformats.org/officeDocument/2006/relationships" id="261" r:id="R9ce4747d86e34ac4"/>
  </p:sldIdLst>
  <p:sldSz cx="12192000" cy="6858000" type="screen16x9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798f277b814c68" /><Relationship Type="http://schemas.openxmlformats.org/officeDocument/2006/relationships/slideMaster" Target="/ppt/slideMasters/slideMaster1.xml" Id="R19f235f28ece4dd2" /><Relationship Type="http://schemas.openxmlformats.org/officeDocument/2006/relationships/slideMaster" Target="/ppt/slideMasters/slideMaster2.xml" Id="R2da7ba4b351e4957" /><Relationship Type="http://schemas.openxmlformats.org/officeDocument/2006/relationships/notesMaster" Target="/ppt/notesMasters/notesMaster1.xml" Id="Re87f8b5b24624140" /><Relationship Type="http://schemas.openxmlformats.org/officeDocument/2006/relationships/presProps" Target="/ppt/presProps.xml" Id="Ra0faeccc0e6b4b35" /><Relationship Type="http://schemas.openxmlformats.org/officeDocument/2006/relationships/tableStyles" Target="/ppt/tableStyles.xml" Id="Rdcd637c6c1ab4945" /><Relationship Type="http://schemas.openxmlformats.org/officeDocument/2006/relationships/slide" Target="/ppt/slides/slide1.xml" Id="Rd5258b03e5834bdb" /><Relationship Type="http://schemas.openxmlformats.org/officeDocument/2006/relationships/slide" Target="/ppt/slides/slide2.xml" Id="Rec6c45909f854464" /><Relationship Type="http://schemas.openxmlformats.org/officeDocument/2006/relationships/slide" Target="/ppt/slides/slide3.xml" Id="R10ae8cbdd2084fc1" /><Relationship Type="http://schemas.openxmlformats.org/officeDocument/2006/relationships/slide" Target="/ppt/slides/slide4.xml" Id="R51d558b4a9294c82" /><Relationship Type="http://schemas.openxmlformats.org/officeDocument/2006/relationships/slide" Target="/ppt/slides/slide5.xml" Id="Rd35eb70a0d0f49d7" /><Relationship Type="http://schemas.openxmlformats.org/officeDocument/2006/relationships/slide" Target="/ppt/slides/slide6.xml" Id="R9ce4747d86e34a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14c06a93962f41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7e07ace06c4a68" /><Relationship Type="http://schemas.openxmlformats.org/officeDocument/2006/relationships/notesMaster" Target="/ppt/notesMasters/notesMaster1.xml" Id="R53b8dfa09ce74c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5b223ee23d94159" /><Relationship Type="http://schemas.openxmlformats.org/officeDocument/2006/relationships/notesMaster" Target="/ppt/notesMasters/notesMaster1.xml" Id="Rd0ba0112ff924c8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e04eadef5284a9a" /><Relationship Type="http://schemas.openxmlformats.org/officeDocument/2006/relationships/notesMaster" Target="/ppt/notesMasters/notesMaster1.xml" Id="Rf3b0af0093154ef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8496e36cc0a4702" /><Relationship Type="http://schemas.openxmlformats.org/officeDocument/2006/relationships/notesMaster" Target="/ppt/notesMasters/notesMaster1.xml" Id="R22c62a84c4064eb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0c73a91e9cf4883" /><Relationship Type="http://schemas.openxmlformats.org/officeDocument/2006/relationships/notesMaster" Target="/ppt/notesMasters/notesMaster1.xml" Id="Re6c81185c812413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0d639ee7fd545df" /><Relationship Type="http://schemas.openxmlformats.org/officeDocument/2006/relationships/notesMaster" Target="/ppt/notesMasters/notesMaster1.xml" Id="Rc93460a823364e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cover. Replace title, context line, outline, and optional APL logo. Source: user-supplied Ch1_SI.pdf, p. 1. Use 16:9, 13.333 × 7.5 inches by default. These are example layouts, not a required deck sequence. Default body 22 pt; do not reduce essential content below 20 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Based on Ch1_SI.pdf, pp. 2–5, 9–13, 20–21. Title 28 pt navy, body 22 pt near-black, 0.6-inch side margins. Original body is predominantly 18–20 pt; this template raises its default to 22 pt for readability. One body placeholder contains native PowerPoint bullets; wrapped lines align with the text. Usually 3–5 points and approximately 70–100 English words; line count and visual fit control, not a rigid bullet count.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Based on Ch1_SI.pdf, pp. 6 and 14–16. Source image: p. 14, Fig. 1.3; retained as supplied, not a new engineering diagram. Replace the image with the new topic’s evidence. Widescreen layout: approximately 58% text, 5% gap, and 37% figure area. Preserve image aspect ratios. No panel background or decorative frame. Key figure labels should be ≥18 pt where editable; redraw from data or split the visual if source labels are too small. The figure object is an image, not an editable schematic.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Based on source figure-dominant slides Ch1_SI.pdf pp. 8, 17 and 19. Source image here: p. 18, Fig. 1.7. The historical drawing is a sample image only. Keep the full original figure without distortion. The source has 13–15 pt figure explanations on some slides; this template uses 22 pt observations instead and limits their number.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native, editable table, extending the source’s plain table layout (Ch1_SI.pdf p. 19). Typography measurements are from PDF text spans. White cells, minimal neutral rules, no zebra striping or colored blocks. Default 20 pt cells; maximum around 5–6 data rows and 3–4 columns only if content fits. The original PDF embeds its table as an image.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 added technical layout using the same source typography and chrome; not a layout copied from the source PDF. The rocket equation is editable text with Unicode symbols, not a native Office Math equation. Replace it with an editable equation suited to the new content; keep symbols and indices readable. Example symbols: Δv ideal velocity increment; Isp specific impulse; g₀ reference gravity; m₀ initial mass; mf final mass. Equation is illustrative template content, not a mission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c5c1ff0f26441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451e18505dc4b2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3f2e3a9a60241c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81c2f4c3548410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eb774bea12040b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13588a7515b4c4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ff2a8d1c2904a2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Title and text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title">
            <a:extLst xmlns:a="http://schemas.openxmlformats.org/drawingml/2006/main">
              <a:ext uri="{FF2B5EF4-FFF2-40B4-BE49-F238E27FC236}">
                <a16:creationId xmlns:a16="http://schemas.microsoft.com/office/drawing/2014/main" id="{997B846E-102D-4B59-BC30-0D16E01D83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48640" y="400050"/>
            <a:ext cx="1109472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defRPr sz="2800" b="1">
                <a:solidFill>
                  <a:srgbClr val="1F2A44"/>
                </a:solidFill>
                <a:latin typeface="Arial"/>
                <a:ea typeface="Arial"/>
                <a:cs typeface="Arial"/>
              </a:defRPr>
              <a:buNone/>
            </a:pPr>
            <a:r>
              <a:t>Slide title</a:t>
            </a:r>
          </a:p>
        </p:txBody>
      </p:sp>
      <p:sp>
        <p:nvSpPr>
          <p:cNvPr id="5" name="Title rule">
            <a:extLst xmlns:a="http://schemas.openxmlformats.org/drawingml/2006/main">
              <a:ext uri="{FF2B5EF4-FFF2-40B4-BE49-F238E27FC236}">
                <a16:creationId xmlns:a16="http://schemas.microsoft.com/office/drawing/2014/main" id="{7038BDCE-1BA5-439D-B6EF-7E7CA55F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05840"/>
            <a:ext cx="110947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2A44"/>
            </a:solidFill>
          </a:ln>
        </p:spPr>
      </p:sp>
      <p:sp>
        <p:nvSpPr>
          <p:cNvPr id="6" name="Body text">
            <a:extLst xmlns:a="http://schemas.openxmlformats.org/drawingml/2006/main">
              <a:ext uri="{FF2B5EF4-FFF2-40B4-BE49-F238E27FC236}">
                <a16:creationId xmlns:a16="http://schemas.microsoft.com/office/drawing/2014/main" id="{51717292-F565-4DAB-9C3F-4B9F529B7F2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48640" y="1247775"/>
            <a:ext cx="11094720" cy="485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1000"/>
              </a:spcAft>
              <a:defRPr sz="2200">
                <a:solidFill>
                  <a:srgbClr val="222222"/>
                </a:solidFill>
                <a:latin typeface="Arial"/>
                <a:ea typeface="Arial"/>
                <a:cs typeface="Arial"/>
              </a:defRPr>
              <a:buNone/>
            </a:pPr>
            <a:r>
              <a:t>Enter the explanation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>
  <p:cSld name="Text and figure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title">
            <a:extLst xmlns:a="http://schemas.openxmlformats.org/drawingml/2006/main">
              <a:ext uri="{FF2B5EF4-FFF2-40B4-BE49-F238E27FC236}">
                <a16:creationId xmlns:a16="http://schemas.microsoft.com/office/drawing/2014/main" id="{817D8EE2-42F7-4988-88E3-1788CE445A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48640" y="400050"/>
            <a:ext cx="1109472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defRPr sz="2800" b="1">
                <a:solidFill>
                  <a:srgbClr val="1F2A44"/>
                </a:solidFill>
                <a:latin typeface="Arial"/>
                <a:ea typeface="Arial"/>
                <a:cs typeface="Arial"/>
              </a:defRPr>
              <a:buNone/>
            </a:pPr>
            <a:r>
              <a:t>Slide title</a:t>
            </a:r>
          </a:p>
        </p:txBody>
      </p:sp>
      <p:sp>
        <p:nvSpPr>
          <p:cNvPr id="5" name="Title rule">
            <a:extLst xmlns:a="http://schemas.openxmlformats.org/drawingml/2006/main">
              <a:ext uri="{FF2B5EF4-FFF2-40B4-BE49-F238E27FC236}">
                <a16:creationId xmlns:a16="http://schemas.microsoft.com/office/drawing/2014/main" id="{7E3DE771-05B5-41AA-98BA-F1A0EB1D4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05840"/>
            <a:ext cx="110947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2A44"/>
            </a:solidFill>
          </a:ln>
        </p:spPr>
      </p:sp>
      <p:sp>
        <p:nvSpPr>
          <p:cNvPr id="6" name="Body text">
            <a:extLst xmlns:a="http://schemas.openxmlformats.org/drawingml/2006/main">
              <a:ext uri="{FF2B5EF4-FFF2-40B4-BE49-F238E27FC236}">
                <a16:creationId xmlns:a16="http://schemas.microsoft.com/office/drawing/2014/main" id="{762952A8-48F3-4F0B-A414-ED7EF365A8A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48640" y="1247775"/>
            <a:ext cx="6477000" cy="471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1000"/>
              </a:spcAft>
              <a:defRPr sz="2200">
                <a:solidFill>
                  <a:srgbClr val="222222"/>
                </a:solidFill>
                <a:latin typeface="Arial"/>
                <a:ea typeface="Arial"/>
                <a:cs typeface="Arial"/>
              </a:defRPr>
              <a:buNone/>
            </a:pPr>
            <a:r>
              <a:t>Enter the explanation</a:t>
            </a:r>
          </a:p>
        </p:txBody>
      </p:sp>
      <p:sp>
        <p:nvSpPr>
          <p:cNvPr id="7" name="Figure note">
            <a:extLst xmlns:a="http://schemas.openxmlformats.org/drawingml/2006/main">
              <a:ext uri="{FF2B5EF4-FFF2-40B4-BE49-F238E27FC236}">
                <a16:creationId xmlns:a16="http://schemas.microsoft.com/office/drawing/2014/main" id="{213AFA8E-D16E-4CEE-9607-389F8F3F5161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7620000" y="5314950"/>
            <a:ext cx="402336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defRPr sz="1600">
                <a:solidFill>
                  <a:srgbClr val="666666"/>
                </a:solidFill>
                <a:latin typeface="Arial"/>
                <a:ea typeface="Arial"/>
                <a:cs typeface="Arial"/>
              </a:defRPr>
              <a:buNone/>
            </a:pPr>
            <a:r>
              <a:t>Enter the explanation</a:t>
            </a:r>
          </a:p>
        </p:txBody>
      </p:sp>
      <p:sp>
        <p:nvSpPr>
          <p:cNvPr id="8" name="Figure">
            <a:extLst xmlns:a="http://schemas.openxmlformats.org/drawingml/2006/main">
              <a:ext uri="{FF2B5EF4-FFF2-40B4-BE49-F238E27FC236}">
                <a16:creationId xmlns:a16="http://schemas.microsoft.com/office/drawing/2014/main" id="{817D8EE2-42F7-4988-88E3-1788CE445AEC}"/>
              </a:ext>
            </a:extLst>
          </p:cNvPr>
          <p:cNvSpPr>
            <a:spLocks xmlns:a="http://schemas.openxmlformats.org/drawingml/2006/main" noGrp="1"/>
          </p:cNvSpPr>
          <p:nvPr>
            <p:ph type="pic" idx="5"/>
          </p:nvPr>
        </p:nvSpPr>
        <p:spPr>
          <a:xfrm xmlns:a="http://schemas.openxmlformats.org/drawingml/2006/main">
            <a:off x="7620000" y="1400175"/>
            <a:ext cx="402336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defRPr sz="2800" b="1">
                <a:solidFill>
                  <a:srgbClr val="1F2A44"/>
                </a:solidFill>
                <a:latin typeface="Arial"/>
                <a:ea typeface="Arial"/>
                <a:cs typeface="Arial"/>
              </a:defRPr>
              <a:buNone/>
            </a:pPr>
            <a:r>
              <a:t>Insert figure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>
  <p:cSld name="Large figure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title">
            <a:extLst xmlns:a="http://schemas.openxmlformats.org/drawingml/2006/main">
              <a:ext uri="{FF2B5EF4-FFF2-40B4-BE49-F238E27FC236}">
                <a16:creationId xmlns:a16="http://schemas.microsoft.com/office/drawing/2014/main" id="{B3832F71-C2D5-461E-957C-46AB7950B1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48640" y="400050"/>
            <a:ext cx="1109472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defRPr sz="2800" b="1">
                <a:solidFill>
                  <a:srgbClr val="1F2A44"/>
                </a:solidFill>
                <a:latin typeface="Arial"/>
                <a:ea typeface="Arial"/>
                <a:cs typeface="Arial"/>
              </a:defRPr>
              <a:buNone/>
            </a:pPr>
            <a:r>
              <a:t>Slide title</a:t>
            </a:r>
          </a:p>
        </p:txBody>
      </p:sp>
      <p:sp>
        <p:nvSpPr>
          <p:cNvPr id="5" name="Title rule">
            <a:extLst xmlns:a="http://schemas.openxmlformats.org/drawingml/2006/main">
              <a:ext uri="{FF2B5EF4-FFF2-40B4-BE49-F238E27FC236}">
                <a16:creationId xmlns:a16="http://schemas.microsoft.com/office/drawing/2014/main" id="{12DE7D7E-EB7D-424B-B03F-66B7E6BF2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05840"/>
            <a:ext cx="110947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2A44"/>
            </a:solidFill>
          </a:ln>
        </p:spPr>
      </p:sp>
      <p:sp>
        <p:nvSpPr>
          <p:cNvPr id="6" name="Body text">
            <a:extLst xmlns:a="http://schemas.openxmlformats.org/drawingml/2006/main">
              <a:ext uri="{FF2B5EF4-FFF2-40B4-BE49-F238E27FC236}">
                <a16:creationId xmlns:a16="http://schemas.microsoft.com/office/drawing/2014/main" id="{BFCD394E-0E18-4352-91CA-FB45B96F6A6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48640" y="4933950"/>
            <a:ext cx="1109472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1000"/>
              </a:spcAft>
              <a:defRPr sz="2200">
                <a:solidFill>
                  <a:srgbClr val="222222"/>
                </a:solidFill>
                <a:latin typeface="Arial"/>
                <a:ea typeface="Arial"/>
                <a:cs typeface="Arial"/>
              </a:defRPr>
              <a:buNone/>
            </a:pPr>
            <a:r>
              <a:t>Enter the explanation</a:t>
            </a:r>
          </a:p>
        </p:txBody>
      </p:sp>
      <p:sp>
        <p:nvSpPr>
          <p:cNvPr id="7" name="Figure">
            <a:extLst xmlns:a="http://schemas.openxmlformats.org/drawingml/2006/main">
              <a:ext uri="{FF2B5EF4-FFF2-40B4-BE49-F238E27FC236}">
                <a16:creationId xmlns:a16="http://schemas.microsoft.com/office/drawing/2014/main" id="{B3832F71-C2D5-461E-957C-46AB7950B175}"/>
              </a:ext>
            </a:extLst>
          </p:cNvPr>
          <p:cNvSpPr>
            <a:spLocks xmlns:a="http://schemas.openxmlformats.org/drawingml/2006/main" noGrp="1"/>
          </p:cNvSpPr>
          <p:nvPr>
            <p:ph type="pic" idx="5"/>
          </p:nvPr>
        </p:nvSpPr>
        <p:spPr>
          <a:xfrm xmlns:a="http://schemas.openxmlformats.org/drawingml/2006/main">
            <a:off x="2952750" y="1400175"/>
            <a:ext cx="628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defRPr sz="2800" b="1">
                <a:solidFill>
                  <a:srgbClr val="1F2A44"/>
                </a:solidFill>
                <a:latin typeface="Arial"/>
                <a:ea typeface="Arial"/>
                <a:cs typeface="Arial"/>
              </a:defRPr>
              <a:buNone/>
            </a:pPr>
            <a:r>
              <a:t>Insert figure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>
  <p:cSld name="Simple table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title">
            <a:extLst xmlns:a="http://schemas.openxmlformats.org/drawingml/2006/main">
              <a:ext uri="{FF2B5EF4-FFF2-40B4-BE49-F238E27FC236}">
                <a16:creationId xmlns:a16="http://schemas.microsoft.com/office/drawing/2014/main" id="{D51F2E43-D81B-4178-84A2-14AA17186A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48640" y="400050"/>
            <a:ext cx="1109472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defRPr sz="2800" b="1">
                <a:solidFill>
                  <a:srgbClr val="1F2A44"/>
                </a:solidFill>
                <a:latin typeface="Arial"/>
                <a:ea typeface="Arial"/>
                <a:cs typeface="Arial"/>
              </a:defRPr>
              <a:buNone/>
            </a:pPr>
            <a:r>
              <a:t>Slide title</a:t>
            </a:r>
          </a:p>
        </p:txBody>
      </p:sp>
      <p:sp>
        <p:nvSpPr>
          <p:cNvPr id="5" name="Title rule">
            <a:extLst xmlns:a="http://schemas.openxmlformats.org/drawingml/2006/main">
              <a:ext uri="{FF2B5EF4-FFF2-40B4-BE49-F238E27FC236}">
                <a16:creationId xmlns:a16="http://schemas.microsoft.com/office/drawing/2014/main" id="{6AB96D96-3453-48EE-9DDB-437240B74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05840"/>
            <a:ext cx="110947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2A44"/>
            </a:solidFill>
          </a:ln>
        </p:spPr>
      </p:sp>
      <p:sp>
        <p:nvSpPr>
          <p:cNvPr id="6" name="Table note">
            <a:extLst xmlns:a="http://schemas.openxmlformats.org/drawingml/2006/main">
              <a:ext uri="{FF2B5EF4-FFF2-40B4-BE49-F238E27FC236}">
                <a16:creationId xmlns:a16="http://schemas.microsoft.com/office/drawing/2014/main" id="{B97DB8D9-AF24-4B1B-B779-627EF1DB0F3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48640" y="5219700"/>
            <a:ext cx="1109472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defRPr sz="2200">
                <a:solidFill>
                  <a:srgbClr val="222222"/>
                </a:solidFill>
                <a:latin typeface="Arial"/>
                <a:ea typeface="Arial"/>
                <a:cs typeface="Arial"/>
              </a:defRPr>
              <a:buNone/>
            </a:pPr>
            <a:r>
              <a:t>Enter the explanation</a:t>
            </a:r>
          </a:p>
        </p:txBody>
      </p:sp>
      <p:sp>
        <p:nvSpPr>
          <p:cNvPr id="7" name="Table">
            <a:extLst xmlns:a="http://schemas.openxmlformats.org/drawingml/2006/main">
              <a:ext uri="{FF2B5EF4-FFF2-40B4-BE49-F238E27FC236}">
                <a16:creationId xmlns:a16="http://schemas.microsoft.com/office/drawing/2014/main" id="{D51F2E43-D81B-4178-84A2-14AA17186A4E}"/>
              </a:ext>
            </a:extLst>
          </p:cNvPr>
          <p:cNvSpPr>
            <a:spLocks xmlns:a="http://schemas.openxmlformats.org/drawingml/2006/main" noGrp="1"/>
          </p:cNvSpPr>
          <p:nvPr>
            <p:ph type="tbl" idx="5"/>
          </p:nvPr>
        </p:nvSpPr>
        <p:spPr>
          <a:xfrm xmlns:a="http://schemas.openxmlformats.org/drawingml/2006/main">
            <a:off x="548640" y="1409700"/>
            <a:ext cx="1109472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defRPr sz="2800" b="1">
                <a:solidFill>
                  <a:srgbClr val="1F2A44"/>
                </a:solidFill>
                <a:latin typeface="Arial"/>
                <a:ea typeface="Arial"/>
                <a:cs typeface="Arial"/>
              </a:defRPr>
              <a:buNone/>
            </a:pPr>
            <a:r>
              <a:t>Insert table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>
  <p:cSld name="Equation and explanation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title">
            <a:extLst xmlns:a="http://schemas.openxmlformats.org/drawingml/2006/main">
              <a:ext uri="{FF2B5EF4-FFF2-40B4-BE49-F238E27FC236}">
                <a16:creationId xmlns:a16="http://schemas.microsoft.com/office/drawing/2014/main" id="{391FAF43-6217-48CE-8CD4-4AF58D9C67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48640" y="400050"/>
            <a:ext cx="1109472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defRPr sz="2800" b="1">
                <a:solidFill>
                  <a:srgbClr val="1F2A44"/>
                </a:solidFill>
                <a:latin typeface="Arial"/>
                <a:ea typeface="Arial"/>
                <a:cs typeface="Arial"/>
              </a:defRPr>
              <a:buNone/>
            </a:pPr>
            <a:r>
              <a:t>Slide title</a:t>
            </a:r>
          </a:p>
        </p:txBody>
      </p:sp>
      <p:sp>
        <p:nvSpPr>
          <p:cNvPr id="5" name="Title rule">
            <a:extLst xmlns:a="http://schemas.openxmlformats.org/drawingml/2006/main">
              <a:ext uri="{FF2B5EF4-FFF2-40B4-BE49-F238E27FC236}">
                <a16:creationId xmlns:a16="http://schemas.microsoft.com/office/drawing/2014/main" id="{69D497E7-9C56-451C-9371-7D3B5E829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05840"/>
            <a:ext cx="110947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2A44"/>
            </a:solidFill>
          </a:ln>
        </p:spPr>
      </p:sp>
      <p:sp>
        <p:nvSpPr>
          <p:cNvPr id="6" name="Equation">
            <a:extLst xmlns:a="http://schemas.openxmlformats.org/drawingml/2006/main">
              <a:ext uri="{FF2B5EF4-FFF2-40B4-BE49-F238E27FC236}">
                <a16:creationId xmlns:a16="http://schemas.microsoft.com/office/drawing/2014/main" id="{21B101F4-BD5F-4B4C-90A8-ADA9727B96E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2286000" y="1571625"/>
            <a:ext cx="762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defRPr sz="3400">
                <a:solidFill>
                  <a:srgbClr val="222222"/>
                </a:solidFill>
                <a:latin typeface="Arial"/>
                <a:ea typeface="Arial"/>
                <a:cs typeface="Arial"/>
              </a:defRPr>
              <a:buNone/>
            </a:pPr>
            <a:r>
              <a:t>Insert equation</a:t>
            </a:r>
          </a:p>
        </p:txBody>
      </p:sp>
      <p:sp>
        <p:nvSpPr>
          <p:cNvPr id="7" name="Body text">
            <a:extLst xmlns:a="http://schemas.openxmlformats.org/drawingml/2006/main">
              <a:ext uri="{FF2B5EF4-FFF2-40B4-BE49-F238E27FC236}">
                <a16:creationId xmlns:a16="http://schemas.microsoft.com/office/drawing/2014/main" id="{88FC1BCD-6E95-450A-8D11-81282293FAA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48640" y="2886075"/>
            <a:ext cx="1109472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1000"/>
              </a:spcAft>
              <a:defRPr sz="2200">
                <a:solidFill>
                  <a:srgbClr val="222222"/>
                </a:solidFill>
                <a:latin typeface="Arial"/>
                <a:ea typeface="Arial"/>
                <a:cs typeface="Arial"/>
              </a:defRPr>
              <a:buNone/>
            </a:pPr>
            <a:r>
              <a:t>Enter the explanation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>
  <p:cSld name="Cover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ontext">
            <a:extLst xmlns:a="http://schemas.openxmlformats.org/drawingml/2006/main">
              <a:ext uri="{FF2B5EF4-FFF2-40B4-BE49-F238E27FC236}">
                <a16:creationId xmlns:a16="http://schemas.microsoft.com/office/drawing/2014/main" id="{92615FC0-5802-416C-93FF-93DE7C72EDE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31520" y="1581150"/>
            <a:ext cx="1072896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defRPr sz="2400">
                <a:solidFill>
                  <a:srgbClr val="666666"/>
                </a:solidFill>
                <a:latin typeface="Arial"/>
                <a:ea typeface="Arial"/>
                <a:cs typeface="Arial"/>
              </a:defRPr>
              <a:buNone/>
            </a:pPr>
            <a:r>
              <a:t>Course or project · Presenter · Date</a:t>
            </a:r>
          </a:p>
        </p:txBody>
      </p:sp>
      <p:sp>
        <p:nvSpPr>
          <p:cNvPr id="5" name="Presentation title">
            <a:extLst xmlns:a="http://schemas.openxmlformats.org/drawingml/2006/main">
              <a:ext uri="{FF2B5EF4-FFF2-40B4-BE49-F238E27FC236}">
                <a16:creationId xmlns:a16="http://schemas.microsoft.com/office/drawing/2014/main" id="{A8C9AE5F-FE12-49C5-93ED-2462B198DE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31520" y="2066925"/>
            <a:ext cx="10728960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defRPr sz="4400" b="1">
                <a:solidFill>
                  <a:srgbClr val="1F2A44"/>
                </a:solidFill>
                <a:latin typeface="Arial"/>
                <a:ea typeface="Arial"/>
                <a:cs typeface="Arial"/>
              </a:defRPr>
              <a:buNone/>
            </a:pPr>
            <a:r>
              <a:t>Presentation title</a:t>
            </a:r>
          </a:p>
        </p:txBody>
      </p:sp>
      <p:sp>
        <p:nvSpPr>
          <p:cNvPr id="6" name="Title rule">
            <a:extLst xmlns:a="http://schemas.openxmlformats.org/drawingml/2006/main">
              <a:ext uri="{FF2B5EF4-FFF2-40B4-BE49-F238E27FC236}">
                <a16:creationId xmlns:a16="http://schemas.microsoft.com/office/drawing/2014/main" id="{587D7CD9-61BE-4F82-8816-088433CDF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14800"/>
            <a:ext cx="107289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2A44"/>
            </a:solidFill>
          </a:ln>
        </p:spPr>
      </p:sp>
      <p:sp>
        <p:nvSpPr>
          <p:cNvPr id="7" name="Outline">
            <a:extLst xmlns:a="http://schemas.openxmlformats.org/drawingml/2006/main">
              <a:ext uri="{FF2B5EF4-FFF2-40B4-BE49-F238E27FC236}">
                <a16:creationId xmlns:a16="http://schemas.microsoft.com/office/drawing/2014/main" id="{E93A5C2D-9D8D-4104-A648-9BC9386089A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31520" y="4314825"/>
            <a:ext cx="1072896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700"/>
              </a:spcAft>
              <a:defRPr sz="2000">
                <a:solidFill>
                  <a:srgbClr val="222222"/>
                </a:solidFill>
                <a:latin typeface="Arial"/>
                <a:ea typeface="Arial"/>
                <a:cs typeface="Arial"/>
              </a:defRPr>
              <a:buNone/>
            </a:pPr>
            <a:r>
              <a:t>Presentation outline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db8aaae7554ad1" /><Relationship Type="http://schemas.openxmlformats.org/officeDocument/2006/relationships/slideLayout" Target="/ppt/slideLayouts/slideLayout1.xml" Id="Rc72983322c7b4552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7bb540090b1c4ffd" /><Relationship Type="http://schemas.openxmlformats.org/officeDocument/2006/relationships/slideLayout" Target="/ppt/slideLayouts/slideLayout2.xml" Id="Re7f2faa80c29483e" /><Relationship Type="http://schemas.openxmlformats.org/officeDocument/2006/relationships/slideLayout" Target="/ppt/slideLayouts/slideLayout3.xml" Id="Re38cd60f195e48ec" /><Relationship Type="http://schemas.openxmlformats.org/officeDocument/2006/relationships/slideLayout" Target="/ppt/slideLayouts/slideLayout4.xml" Id="R4f2a40ee8d364270" /><Relationship Type="http://schemas.openxmlformats.org/officeDocument/2006/relationships/slideLayout" Target="/ppt/slideLayouts/slideLayout5.xml" Id="R35876f12f662489b" /><Relationship Type="http://schemas.openxmlformats.org/officeDocument/2006/relationships/slideLayout" Target="/ppt/slideLayouts/slideLayout6.xml" Id="R7e5c162309374d8d" /><Relationship Type="http://schemas.openxmlformats.org/officeDocument/2006/relationships/slideLayout" Target="/ppt/slideLayouts/slideLayout7.xml" Id="R09e1c810bbde40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72983322c7b45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28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2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2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2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2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2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2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2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2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2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2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2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2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2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2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2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Simple Academic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e7f2faa80c29483e"/>
    <p:sldLayoutId xmlns:r="http://schemas.openxmlformats.org/officeDocument/2006/relationships" id="2147483652" r:id="Re38cd60f195e48ec"/>
    <p:sldLayoutId xmlns:r="http://schemas.openxmlformats.org/officeDocument/2006/relationships" id="2147483653" r:id="R4f2a40ee8d364270"/>
    <p:sldLayoutId xmlns:r="http://schemas.openxmlformats.org/officeDocument/2006/relationships" id="2147483654" r:id="R35876f12f662489b"/>
    <p:sldLayoutId xmlns:r="http://schemas.openxmlformats.org/officeDocument/2006/relationships" id="2147483655" r:id="R7e5c162309374d8d"/>
    <p:sldLayoutId xmlns:r="http://schemas.openxmlformats.org/officeDocument/2006/relationships" id="2147483656" r:id="R09e1c810bbde40e4"/>
  </p:sldLayoutIdLst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9d92894a7548f1" /><Relationship Type="http://schemas.openxmlformats.org/officeDocument/2006/relationships/image" Target="/ppt/media/image.png" Id="R72451dc64c4340bc" /><Relationship Type="http://schemas.openxmlformats.org/officeDocument/2006/relationships/notesSlide" Target="/ppt/notesSlides/notesSlide1.xml" Id="R59308df1ac92484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ee6df45d474b61" /><Relationship Type="http://schemas.openxmlformats.org/officeDocument/2006/relationships/notesSlide" Target="/ppt/notesSlides/notesSlide2.xml" Id="R8d3a7b0e59cc41d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3df1cb101544d6" /><Relationship Type="http://schemas.openxmlformats.org/officeDocument/2006/relationships/image" Target="/ppt/media/image2.png" Id="R1372e73893684f01" /><Relationship Type="http://schemas.openxmlformats.org/officeDocument/2006/relationships/notesSlide" Target="/ppt/notesSlides/notesSlide3.xml" Id="R9f2be19638a9408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c3146897ad4e13" /><Relationship Type="http://schemas.openxmlformats.org/officeDocument/2006/relationships/image" Target="/ppt/media/image3.png" Id="R8157dd6774d64510" /><Relationship Type="http://schemas.openxmlformats.org/officeDocument/2006/relationships/notesSlide" Target="/ppt/notesSlides/notesSlide4.xml" Id="R000c5f6e8c73412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aedef12ab74755" /><Relationship Type="http://schemas.openxmlformats.org/officeDocument/2006/relationships/notesSlide" Target="/ppt/notesSlides/notesSlide5.xml" Id="R172c2464900e4d1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b5bc05308c4b7a" /><Relationship Type="http://schemas.openxmlformats.org/officeDocument/2006/relationships/notesSlide" Target="/ppt/notesSlides/notesSlide6.xml" Id="R10fc7a60731348a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ntext">
            <a:extLst xmlns:a="http://schemas.openxmlformats.org/drawingml/2006/main">
              <a:ext uri="{FF2B5EF4-FFF2-40B4-BE49-F238E27FC236}">
                <a16:creationId xmlns:a16="http://schemas.microsoft.com/office/drawing/2014/main" id="{92615FC0-5802-416C-93FF-93DE7C72E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581150"/>
            <a:ext cx="1072896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666666"/>
                </a:solidFill>
                <a:latin typeface="Arial"/>
                <a:ea typeface="Arial"/>
                <a:cs typeface="Arial"/>
              </a:rPr>
              <a:t>Reusable layouts · Based on Ch1_SI.pdf</a:t>
            </a:r>
          </a:p>
        </p:txBody>
      </p:sp>
      <p:sp>
        <p:nvSpPr>
          <p:cNvPr id="2" name="Presentation title">
            <a:extLst xmlns:a="http://schemas.openxmlformats.org/drawingml/2006/main">
              <a:ext uri="{FF2B5EF4-FFF2-40B4-BE49-F238E27FC236}">
                <a16:creationId xmlns:a16="http://schemas.microsoft.com/office/drawing/2014/main" id="{A8C9AE5F-FE12-49C5-93ED-2462B198D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066925"/>
            <a:ext cx="10728960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4400" b="1">
                <a:solidFill>
                  <a:srgbClr val="1F2A44"/>
                </a:solidFill>
                <a:latin typeface="Arial"/>
                <a:ea typeface="Arial"/>
                <a:cs typeface="Arial"/>
              </a:defRPr>
            </a:pPr>
            <a:r>
              <a:rPr sz="4400" b="1">
                <a:solidFill>
                  <a:srgbClr val="1F2A44"/>
                </a:solidFill>
                <a:latin typeface="Arial"/>
                <a:ea typeface="Arial"/>
                <a:cs typeface="Arial"/>
              </a:rPr>
              <a:t>Simple Academic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4400" b="1">
                <a:solidFill>
                  <a:srgbClr val="1F2A44"/>
                </a:solidFill>
                <a:latin typeface="Arial"/>
                <a:ea typeface="Arial"/>
                <a:cs typeface="Arial"/>
              </a:defRPr>
            </a:pPr>
            <a:r>
              <a:rPr sz="4400" b="1">
                <a:solidFill>
                  <a:srgbClr val="1F2A44"/>
                </a:solidFill>
                <a:latin typeface="Arial"/>
                <a:ea typeface="Arial"/>
                <a:cs typeface="Arial"/>
              </a:rPr>
              <a:t>Presentation</a:t>
            </a:r>
          </a:p>
        </p:txBody>
      </p:sp>
      <p:sp>
        <p:nvSpPr>
          <p:cNvPr id="3" name="Title rule">
            <a:extLst xmlns:a="http://schemas.openxmlformats.org/drawingml/2006/main">
              <a:ext uri="{FF2B5EF4-FFF2-40B4-BE49-F238E27FC236}">
                <a16:creationId xmlns:a16="http://schemas.microsoft.com/office/drawing/2014/main" id="{587D7CD9-61BE-4F82-8816-088433CDF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14800"/>
            <a:ext cx="107289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2A44"/>
            </a:solidFill>
          </a:ln>
        </p:spPr>
      </p:sp>
      <p:sp>
        <p:nvSpPr>
          <p:cNvPr id="4" name="Outline">
            <a:extLst xmlns:a="http://schemas.openxmlformats.org/drawingml/2006/main">
              <a:ext uri="{FF2B5EF4-FFF2-40B4-BE49-F238E27FC236}">
                <a16:creationId xmlns:a16="http://schemas.microsoft.com/office/drawing/2014/main" id="{E93A5C2D-9D8D-4104-A648-9BC938608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314825"/>
            <a:ext cx="1072896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700"/>
              </a:spcAft>
              <a:buNone/>
              <a:defRPr sz="200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000">
                <a:solidFill>
                  <a:srgbClr val="222222"/>
                </a:solidFill>
                <a:latin typeface="Arial"/>
                <a:ea typeface="Arial"/>
                <a:cs typeface="Arial"/>
              </a:rPr>
              <a:t>1  Text and explanation</a:t>
            </a:r>
          </a:p>
          <a:p xmlns:a="http://schemas.openxmlformats.org/drawingml/2006/main">
            <a:pPr algn="l">
              <a:lnSpc>
                <a:spcPct val="115000"/>
              </a:lnSpc>
              <a:spcAft>
                <a:spcPts val="700"/>
              </a:spcAft>
              <a:buNone/>
              <a:defRPr sz="200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000">
                <a:solidFill>
                  <a:srgbClr val="222222"/>
                </a:solidFill>
                <a:latin typeface="Arial"/>
                <a:ea typeface="Arial"/>
                <a:cs typeface="Arial"/>
              </a:rPr>
              <a:t>2  Figures and supporting notes</a:t>
            </a:r>
          </a:p>
          <a:p xmlns:a="http://schemas.openxmlformats.org/drawingml/2006/main">
            <a:pPr algn="l">
              <a:lnSpc>
                <a:spcPct val="115000"/>
              </a:lnSpc>
              <a:spcAft>
                <a:spcPts val="700"/>
              </a:spcAft>
              <a:buNone/>
              <a:defRPr sz="200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000">
                <a:solidFill>
                  <a:srgbClr val="222222"/>
                </a:solidFill>
                <a:latin typeface="Arial"/>
                <a:ea typeface="Arial"/>
                <a:cs typeface="Arial"/>
              </a:rPr>
              <a:t>3  Tables and equations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451dc64c4340bc"/>
          <a:stretch xmlns:a="http://schemas.openxmlformats.org/drawingml/2006/main"/>
        </p:blipFill>
        <p:spPr>
          <a:xfrm xmlns:a="http://schemas.openxmlformats.org/drawingml/2006/main">
            <a:off x="10138410" y="266700"/>
            <a:ext cx="1378984" cy="4381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4221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 title">
            <a:extLst xmlns:a="http://schemas.openxmlformats.org/drawingml/2006/main">
              <a:ext uri="{FF2B5EF4-FFF2-40B4-BE49-F238E27FC236}">
                <a16:creationId xmlns:a16="http://schemas.microsoft.com/office/drawing/2014/main" id="{997B846E-102D-4B59-BC30-0D16E01D8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0050"/>
            <a:ext cx="1109472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800" b="1">
                <a:solidFill>
                  <a:srgbClr val="1F2A44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1F2A44"/>
                </a:solidFill>
                <a:latin typeface="Arial"/>
                <a:ea typeface="Arial"/>
                <a:cs typeface="Arial"/>
              </a:rPr>
              <a:t>Text and explanation</a:t>
            </a:r>
          </a:p>
        </p:txBody>
      </p:sp>
      <p:sp>
        <p:nvSpPr>
          <p:cNvPr id="2" name="Title rule">
            <a:extLst xmlns:a="http://schemas.openxmlformats.org/drawingml/2006/main">
              <a:ext uri="{FF2B5EF4-FFF2-40B4-BE49-F238E27FC236}">
                <a16:creationId xmlns:a16="http://schemas.microsoft.com/office/drawing/2014/main" id="{7038BDCE-1BA5-439D-B6EF-7E7CA55F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05840"/>
            <a:ext cx="110947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2A44"/>
            </a:solidFill>
          </a:ln>
        </p:spPr>
      </p:sp>
      <p:sp>
        <p:nvSpPr>
          <p:cNvPr id="3" name="Page number">
            <a:extLst xmlns:a="http://schemas.openxmlformats.org/drawingml/2006/main">
              <a:ext uri="{FF2B5EF4-FFF2-40B4-BE49-F238E27FC236}">
                <a16:creationId xmlns:a16="http://schemas.microsoft.com/office/drawing/2014/main" id="{4DFCF8B5-93A6-4F85-9D11-5992CFDFB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6160" y="64674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1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100">
                <a:solidFill>
                  <a:srgbClr val="66666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Body text">
            <a:extLst xmlns:a="http://schemas.openxmlformats.org/drawingml/2006/main">
              <a:ext uri="{FF2B5EF4-FFF2-40B4-BE49-F238E27FC236}">
                <a16:creationId xmlns:a16="http://schemas.microsoft.com/office/drawing/2014/main" id="{51717292-F565-4DAB-9C3F-4B9F529B7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47775"/>
            <a:ext cx="11094720" cy="485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228600" algn="l">
              <a:lnSpc>
                <a:spcPct val="115000"/>
              </a:lnSpc>
              <a:spcAft>
                <a:spcPts val="1000"/>
              </a:spcAft>
              <a:buFont typeface="Arial"/>
              <a:buChar char="•"/>
              <a:defRPr sz="220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200">
                <a:solidFill>
                  <a:srgbClr val="222222"/>
                </a:solidFill>
                <a:latin typeface="Arial"/>
                <a:ea typeface="Arial"/>
                <a:cs typeface="Arial"/>
              </a:rPr>
              <a:t>Use one broad text area for the slide’s main explanation.</a:t>
            </a:r>
          </a:p>
          <a:p xmlns:a="http://schemas.openxmlformats.org/drawingml/2006/main">
            <a:pPr marL="228600" indent="-228600" algn="l">
              <a:lnSpc>
                <a:spcPct val="115000"/>
              </a:lnSpc>
              <a:spcAft>
                <a:spcPts val="1000"/>
              </a:spcAft>
              <a:buFont typeface="Arial"/>
              <a:buChar char="•"/>
              <a:defRPr sz="220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200">
                <a:solidFill>
                  <a:srgbClr val="222222"/>
                </a:solidFill>
                <a:latin typeface="Arial"/>
                <a:ea typeface="Arial"/>
                <a:cs typeface="Arial"/>
              </a:rPr>
              <a:t>Keep the body at 22 pt. Use short paragraphs or four to five bullets when they fit naturally.</a:t>
            </a:r>
          </a:p>
          <a:p xmlns:a="http://schemas.openxmlformats.org/drawingml/2006/main">
            <a:pPr marL="228600" indent="-228600" algn="l">
              <a:lnSpc>
                <a:spcPct val="115000"/>
              </a:lnSpc>
              <a:spcAft>
                <a:spcPts val="1000"/>
              </a:spcAft>
              <a:buFont typeface="Arial"/>
              <a:buChar char="•"/>
              <a:defRPr sz="220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200">
                <a:solidFill>
                  <a:srgbClr val="222222"/>
                </a:solidFill>
                <a:latin typeface="Arial"/>
                <a:ea typeface="Arial"/>
                <a:cs typeface="Arial"/>
              </a:rPr>
              <a:t>Let each point explain a complete idea. Avoid turning every phrase into a separate box.</a:t>
            </a:r>
          </a:p>
          <a:p xmlns:a="http://schemas.openxmlformats.org/drawingml/2006/main">
            <a:pPr marL="228600" indent="-228600" algn="l">
              <a:lnSpc>
                <a:spcPct val="115000"/>
              </a:lnSpc>
              <a:spcAft>
                <a:spcPts val="1000"/>
              </a:spcAft>
              <a:buFont typeface="Arial"/>
              <a:buChar char="•"/>
              <a:defRPr sz="220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200">
                <a:solidFill>
                  <a:srgbClr val="222222"/>
                </a:solidFill>
                <a:latin typeface="Arial"/>
                <a:ea typeface="Arial"/>
                <a:cs typeface="Arial"/>
              </a:rPr>
              <a:t>Split a crowded slide before reducing the text size.</a:t>
            </a:r>
          </a:p>
          <a:p xmlns:a="http://schemas.openxmlformats.org/drawingml/2006/main">
            <a:pPr marL="228600" indent="-228600" algn="l">
              <a:lnSpc>
                <a:spcPct val="115000"/>
              </a:lnSpc>
              <a:spcAft>
                <a:spcPts val="1000"/>
              </a:spcAft>
              <a:buFont typeface="Arial"/>
              <a:buChar char="•"/>
              <a:defRPr sz="220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200">
                <a:solidFill>
                  <a:srgbClr val="222222"/>
                </a:solidFill>
                <a:latin typeface="Arial"/>
                <a:ea typeface="Arial"/>
                <a:cs typeface="Arial"/>
              </a:rPr>
              <a:t>Leave unused space white once the content is readable.</a:t>
            </a:r>
          </a:p>
        </p:txBody>
      </p:sp>
    </p:spTree>
    <p:extLst>
      <p:ext uri="{BB962C8B-B14F-4D97-AF65-F5344CB8AC3E}">
        <p14:creationId xmlns:p14="http://schemas.microsoft.com/office/powerpoint/2010/main" val="2352155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 title">
            <a:extLst xmlns:a="http://schemas.openxmlformats.org/drawingml/2006/main">
              <a:ext uri="{FF2B5EF4-FFF2-40B4-BE49-F238E27FC236}">
                <a16:creationId xmlns:a16="http://schemas.microsoft.com/office/drawing/2014/main" id="{817D8EE2-42F7-4988-88E3-1788CE445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0050"/>
            <a:ext cx="1109472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800" b="1">
                <a:solidFill>
                  <a:srgbClr val="1F2A44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1F2A44"/>
                </a:solidFill>
                <a:latin typeface="Arial"/>
                <a:ea typeface="Arial"/>
                <a:cs typeface="Arial"/>
              </a:rPr>
              <a:t>Text with one supporting figure</a:t>
            </a:r>
          </a:p>
        </p:txBody>
      </p:sp>
      <p:sp>
        <p:nvSpPr>
          <p:cNvPr id="2" name="Title rule">
            <a:extLst xmlns:a="http://schemas.openxmlformats.org/drawingml/2006/main">
              <a:ext uri="{FF2B5EF4-FFF2-40B4-BE49-F238E27FC236}">
                <a16:creationId xmlns:a16="http://schemas.microsoft.com/office/drawing/2014/main" id="{7E3DE771-05B5-41AA-98BA-F1A0EB1D4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05840"/>
            <a:ext cx="110947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2A44"/>
            </a:solidFill>
          </a:ln>
        </p:spPr>
      </p:sp>
      <p:sp>
        <p:nvSpPr>
          <p:cNvPr id="3" name="Page number">
            <a:extLst xmlns:a="http://schemas.openxmlformats.org/drawingml/2006/main">
              <a:ext uri="{FF2B5EF4-FFF2-40B4-BE49-F238E27FC236}">
                <a16:creationId xmlns:a16="http://schemas.microsoft.com/office/drawing/2014/main" id="{1AD66D55-6B31-4E46-9253-1F3F02E32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6160" y="64674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1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100">
                <a:solidFill>
                  <a:srgbClr val="66666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" name="Body text">
            <a:extLst xmlns:a="http://schemas.openxmlformats.org/drawingml/2006/main">
              <a:ext uri="{FF2B5EF4-FFF2-40B4-BE49-F238E27FC236}">
                <a16:creationId xmlns:a16="http://schemas.microsoft.com/office/drawing/2014/main" id="{762952A8-48F3-4F0B-A414-ED7EF365A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47775"/>
            <a:ext cx="6477000" cy="471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228600" algn="l">
              <a:lnSpc>
                <a:spcPct val="115000"/>
              </a:lnSpc>
              <a:spcAft>
                <a:spcPts val="1000"/>
              </a:spcAft>
              <a:buFont typeface="Arial"/>
              <a:buChar char="•"/>
              <a:defRPr sz="220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200">
                <a:solidFill>
                  <a:srgbClr val="222222"/>
                </a:solidFill>
                <a:latin typeface="Arial"/>
                <a:ea typeface="Arial"/>
                <a:cs typeface="Arial"/>
              </a:rPr>
              <a:t>Use a figure only when it helps explain the subject.</a:t>
            </a:r>
          </a:p>
          <a:p xmlns:a="http://schemas.openxmlformats.org/drawingml/2006/main">
            <a:pPr marL="228600" indent="-228600" algn="l">
              <a:lnSpc>
                <a:spcPct val="115000"/>
              </a:lnSpc>
              <a:spcAft>
                <a:spcPts val="1000"/>
              </a:spcAft>
              <a:buFont typeface="Arial"/>
              <a:buChar char="•"/>
              <a:defRPr sz="220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200">
                <a:solidFill>
                  <a:srgbClr val="222222"/>
                </a:solidFill>
                <a:latin typeface="Arial"/>
                <a:ea typeface="Arial"/>
                <a:cs typeface="Arial"/>
              </a:rPr>
              <a:t>Give the text and figure enough room to remain readable.</a:t>
            </a:r>
          </a:p>
          <a:p xmlns:a="http://schemas.openxmlformats.org/drawingml/2006/main">
            <a:pPr marL="228600" indent="-228600" algn="l">
              <a:lnSpc>
                <a:spcPct val="115000"/>
              </a:lnSpc>
              <a:spcAft>
                <a:spcPts val="1000"/>
              </a:spcAft>
              <a:buFont typeface="Arial"/>
              <a:buChar char="•"/>
              <a:defRPr sz="220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200">
                <a:solidFill>
                  <a:srgbClr val="222222"/>
                </a:solidFill>
                <a:latin typeface="Arial"/>
                <a:ea typeface="Arial"/>
                <a:cs typeface="Arial"/>
              </a:rPr>
              <a:t>Keep labels close to the feature they describe.</a:t>
            </a:r>
          </a:p>
          <a:p xmlns:a="http://schemas.openxmlformats.org/drawingml/2006/main">
            <a:pPr marL="228600" indent="-228600" algn="l">
              <a:lnSpc>
                <a:spcPct val="115000"/>
              </a:lnSpc>
              <a:spcAft>
                <a:spcPts val="1000"/>
              </a:spcAft>
              <a:buFont typeface="Arial"/>
              <a:buChar char="•"/>
              <a:defRPr sz="220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200">
                <a:solidFill>
                  <a:srgbClr val="222222"/>
                </a:solidFill>
                <a:latin typeface="Arial"/>
                <a:ea typeface="Arial"/>
                <a:cs typeface="Arial"/>
              </a:rPr>
              <a:t>Move the figure to its own slide if either area becomes crowded.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72e73893684f01"/>
          <a:stretch xmlns:a="http://schemas.openxmlformats.org/drawingml/2006/main"/>
        </p:blipFill>
        <p:spPr>
          <a:xfrm xmlns:a="http://schemas.openxmlformats.org/drawingml/2006/main">
            <a:off x="8020050" y="1524000"/>
            <a:ext cx="3314700" cy="3521869"/>
          </a:xfrm>
          <a:prstGeom xmlns:a="http://schemas.openxmlformats.org/drawingml/2006/main" prst="rect">
            <a:avLst/>
          </a:prstGeom>
        </p:spPr>
      </p:pic>
      <p:sp>
        <p:nvSpPr>
          <p:cNvPr id="6" name="Figure note">
            <a:extLst xmlns:a="http://schemas.openxmlformats.org/drawingml/2006/main">
              <a:ext uri="{FF2B5EF4-FFF2-40B4-BE49-F238E27FC236}">
                <a16:creationId xmlns:a16="http://schemas.microsoft.com/office/drawing/2014/main" id="{213AFA8E-D16E-4CEE-9607-389F8F3F5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314950"/>
            <a:ext cx="402336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6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600">
                <a:solidFill>
                  <a:srgbClr val="666666"/>
                </a:solidFill>
                <a:latin typeface="Arial"/>
                <a:ea typeface="Arial"/>
                <a:cs typeface="Arial"/>
              </a:rPr>
              <a:t>Example from the supplied PDF</a:t>
            </a:r>
          </a:p>
        </p:txBody>
      </p:sp>
    </p:spTree>
    <p:extLst>
      <p:ext uri="{BB962C8B-B14F-4D97-AF65-F5344CB8AC3E}">
        <p14:creationId xmlns:p14="http://schemas.microsoft.com/office/powerpoint/2010/main" val="12295135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 title">
            <a:extLst xmlns:a="http://schemas.openxmlformats.org/drawingml/2006/main">
              <a:ext uri="{FF2B5EF4-FFF2-40B4-BE49-F238E27FC236}">
                <a16:creationId xmlns:a16="http://schemas.microsoft.com/office/drawing/2014/main" id="{B3832F71-C2D5-461E-957C-46AB7950B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0050"/>
            <a:ext cx="1109472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800" b="1">
                <a:solidFill>
                  <a:srgbClr val="1F2A44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1F2A44"/>
                </a:solidFill>
                <a:latin typeface="Arial"/>
                <a:ea typeface="Arial"/>
                <a:cs typeface="Arial"/>
              </a:rPr>
              <a:t>A figure with a short explanation</a:t>
            </a:r>
          </a:p>
        </p:txBody>
      </p:sp>
      <p:sp>
        <p:nvSpPr>
          <p:cNvPr id="2" name="Title rule">
            <a:extLst xmlns:a="http://schemas.openxmlformats.org/drawingml/2006/main">
              <a:ext uri="{FF2B5EF4-FFF2-40B4-BE49-F238E27FC236}">
                <a16:creationId xmlns:a16="http://schemas.microsoft.com/office/drawing/2014/main" id="{12DE7D7E-EB7D-424B-B03F-66B7E6BF2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05840"/>
            <a:ext cx="110947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2A44"/>
            </a:solidFill>
          </a:ln>
        </p:spPr>
      </p:sp>
      <p:sp>
        <p:nvSpPr>
          <p:cNvPr id="3" name="Page number">
            <a:extLst xmlns:a="http://schemas.openxmlformats.org/drawingml/2006/main">
              <a:ext uri="{FF2B5EF4-FFF2-40B4-BE49-F238E27FC236}">
                <a16:creationId xmlns:a16="http://schemas.microsoft.com/office/drawing/2014/main" id="{4E527107-9B54-4666-8F9D-76214636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6160" y="64674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1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100">
                <a:solidFill>
                  <a:srgbClr val="66666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57dd6774d64510"/>
          <a:stretch xmlns:a="http://schemas.openxmlformats.org/drawingml/2006/main"/>
        </p:blipFill>
        <p:spPr>
          <a:xfrm xmlns:a="http://schemas.openxmlformats.org/drawingml/2006/main">
            <a:off x="2952750" y="1521069"/>
            <a:ext cx="6286500" cy="2901462"/>
          </a:xfrm>
          <a:prstGeom xmlns:a="http://schemas.openxmlformats.org/drawingml/2006/main" prst="rect">
            <a:avLst/>
          </a:prstGeom>
        </p:spPr>
      </p:pic>
      <p:sp>
        <p:nvSpPr>
          <p:cNvPr id="5" name="Body text">
            <a:extLst xmlns:a="http://schemas.openxmlformats.org/drawingml/2006/main">
              <a:ext uri="{FF2B5EF4-FFF2-40B4-BE49-F238E27FC236}">
                <a16:creationId xmlns:a16="http://schemas.microsoft.com/office/drawing/2014/main" id="{BFCD394E-0E18-4352-91CA-FB45B96F6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33950"/>
            <a:ext cx="1109472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228600" algn="l">
              <a:lnSpc>
                <a:spcPct val="115000"/>
              </a:lnSpc>
              <a:spcAft>
                <a:spcPts val="1000"/>
              </a:spcAft>
              <a:buFont typeface="Arial"/>
              <a:buChar char="•"/>
              <a:defRPr sz="220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200">
                <a:solidFill>
                  <a:srgbClr val="222222"/>
                </a:solidFill>
                <a:latin typeface="Arial"/>
                <a:ea typeface="Arial"/>
                <a:cs typeface="Arial"/>
              </a:rPr>
              <a:t>Use most of the slide for the evidence the audience needs to inspect.</a:t>
            </a:r>
          </a:p>
          <a:p xmlns:a="http://schemas.openxmlformats.org/drawingml/2006/main">
            <a:pPr marL="228600" indent="-228600" algn="l">
              <a:lnSpc>
                <a:spcPct val="115000"/>
              </a:lnSpc>
              <a:spcAft>
                <a:spcPts val="1000"/>
              </a:spcAft>
              <a:buFont typeface="Arial"/>
              <a:buChar char="•"/>
              <a:defRPr sz="220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200">
                <a:solidFill>
                  <a:srgbClr val="222222"/>
                </a:solidFill>
                <a:latin typeface="Arial"/>
                <a:ea typeface="Arial"/>
                <a:cs typeface="Arial"/>
              </a:rPr>
              <a:t>Add one or two observations below it. Put detailed derivations and full references in the notes.</a:t>
            </a:r>
          </a:p>
        </p:txBody>
      </p:sp>
    </p:spTree>
    <p:extLst>
      <p:ext uri="{BB962C8B-B14F-4D97-AF65-F5344CB8AC3E}">
        <p14:creationId xmlns:p14="http://schemas.microsoft.com/office/powerpoint/2010/main" val="3776621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 title">
            <a:extLst xmlns:a="http://schemas.openxmlformats.org/drawingml/2006/main">
              <a:ext uri="{FF2B5EF4-FFF2-40B4-BE49-F238E27FC236}">
                <a16:creationId xmlns:a16="http://schemas.microsoft.com/office/drawing/2014/main" id="{D51F2E43-D81B-4178-84A2-14AA17186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0050"/>
            <a:ext cx="1109472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800" b="1">
                <a:solidFill>
                  <a:srgbClr val="1F2A44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1F2A44"/>
                </a:solidFill>
                <a:latin typeface="Arial"/>
                <a:ea typeface="Arial"/>
                <a:cs typeface="Arial"/>
              </a:rPr>
              <a:t>Typography settings</a:t>
            </a:r>
          </a:p>
        </p:txBody>
      </p:sp>
      <p:sp>
        <p:nvSpPr>
          <p:cNvPr id="2" name="Title rule">
            <a:extLst xmlns:a="http://schemas.openxmlformats.org/drawingml/2006/main">
              <a:ext uri="{FF2B5EF4-FFF2-40B4-BE49-F238E27FC236}">
                <a16:creationId xmlns:a16="http://schemas.microsoft.com/office/drawing/2014/main" id="{6AB96D96-3453-48EE-9DDB-437240B74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05840"/>
            <a:ext cx="110947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2A44"/>
            </a:solidFill>
          </a:ln>
        </p:spPr>
      </p:sp>
      <p:sp>
        <p:nvSpPr>
          <p:cNvPr id="3" name="Page number">
            <a:extLst xmlns:a="http://schemas.openxmlformats.org/drawingml/2006/main">
              <a:ext uri="{FF2B5EF4-FFF2-40B4-BE49-F238E27FC236}">
                <a16:creationId xmlns:a16="http://schemas.microsoft.com/office/drawing/2014/main" id="{5BA2A53C-C217-4DD1-9812-F8E62FE35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6160" y="64674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1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100">
                <a:solidFill>
                  <a:srgbClr val="666666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48640" y="1409700"/>
          <a:ext xmlns:a="http://schemas.openxmlformats.org/drawingml/2006/main" cx="11094720" cy="3333750"/>
        </p:xfrm>
        <a:graphic xmlns:a="http://schemas.openxmlformats.org/drawingml/2006/main">
          <a:graphicData uri="http://schemas.openxmlformats.org/drawingml/2006/table">
            <a:tbl>
              <a:tblPr firstRow="1" firstCol="0" bandRow="0" bandCol="0"/>
              <a:tblGrid>
                <a:gridCol w="4468707"/>
                <a:gridCol w="3313007"/>
                <a:gridCol w="3313007"/>
              </a:tblGrid>
              <a:tr h="666750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2000" b="1">
                          <a:solidFill>
                            <a:srgbClr val="1F2A44"/>
                          </a:solidFill>
                          <a:latin typeface="Arial"/>
                          <a:ea typeface="Arial"/>
                          <a:cs typeface="Arial"/>
                        </a:rPr>
                        <a:t>Element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noFill/>
                    </a:lnL>
                    <a:lnR w="12700">
                      <a:noFill/>
                    </a:lnR>
                    <a:lnT w="12700">
                      <a:solidFill>
                        <a:srgbClr val="1F2A44"/>
                      </a:solidFill>
                    </a:lnT>
                    <a:lnB w="12700">
                      <a:solidFill>
                        <a:srgbClr val="1F2A44"/>
                      </a:solidFill>
                    </a:lnB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2000" b="1">
                          <a:solidFill>
                            <a:srgbClr val="1F2A44"/>
                          </a:solidFill>
                          <a:latin typeface="Arial"/>
                          <a:ea typeface="Arial"/>
                          <a:cs typeface="Arial"/>
                        </a:rPr>
                        <a:t>Reference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noFill/>
                    </a:lnL>
                    <a:lnR w="12700">
                      <a:noFill/>
                    </a:lnR>
                    <a:lnT w="12700">
                      <a:solidFill>
                        <a:srgbClr val="1F2A44"/>
                      </a:solidFill>
                    </a:lnT>
                    <a:lnB w="12700">
                      <a:solidFill>
                        <a:srgbClr val="1F2A44"/>
                      </a:solidFill>
                    </a:lnB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2000" b="1">
                          <a:solidFill>
                            <a:srgbClr val="1F2A44"/>
                          </a:solidFill>
                          <a:latin typeface="Arial"/>
                          <a:ea typeface="Arial"/>
                          <a:cs typeface="Arial"/>
                        </a:rPr>
                        <a:t>Template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12700">
                      <a:noFill/>
                    </a:lnL>
                    <a:lnR w="12700">
                      <a:noFill/>
                    </a:lnR>
                    <a:lnT w="12700">
                      <a:solidFill>
                        <a:srgbClr val="1F2A44"/>
                      </a:solidFill>
                    </a:lnT>
                    <a:lnB w="12700">
                      <a:solidFill>
                        <a:srgbClr val="1F2A44"/>
                      </a:solidFill>
                    </a:lnB>
                  </a:tcPr>
                </a:tc>
              </a:tr>
              <a:tr h="666750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2000" b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Slide title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B8BDC6"/>
                      </a:solidFill>
                    </a:lnB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2000" b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28 pt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B8BDC6"/>
                      </a:solidFill>
                    </a:lnB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2000" b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28 pt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B8BDC6"/>
                      </a:solidFill>
                    </a:lnB>
                  </a:tcPr>
                </a:tc>
              </a:tr>
              <a:tr h="666750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2000" b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Main body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B8BDC6"/>
                      </a:solidFill>
                    </a:lnB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2000" b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Mostly 18–20 pt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B8BDC6"/>
                      </a:solidFill>
                    </a:lnB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2000" b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22 pt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B8BDC6"/>
                      </a:solidFill>
                    </a:lnB>
                  </a:tcPr>
                </a:tc>
              </a:tr>
              <a:tr h="666750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2000" b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Essential labels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B8BDC6"/>
                      </a:solidFill>
                    </a:lnB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2000" b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Varies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B8BDC6"/>
                      </a:solidFill>
                    </a:lnB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2000" b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18–20 pt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B8BDC6"/>
                      </a:solidFill>
                    </a:lnB>
                  </a:tcPr>
                </a:tc>
              </a:tr>
              <a:tr h="666750"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2000" b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Page number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1F2A44"/>
                      </a:solidFill>
                    </a:lnB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2000" b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11 pt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1F2A44"/>
                      </a:solidFill>
                    </a:lnB>
                  </a:tcPr>
                </a:tc>
                <a:tc>
                  <a:txBody>
                    <a:bodyPr wrap="square" lIns="0" tIns="0" rIns="0" bIns="0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sz="2000" b="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</a:rPr>
                        <a:t>11 pt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6350">
                      <a:solidFill>
                        <a:srgbClr val="1F2A44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able note">
            <a:extLst xmlns:a="http://schemas.openxmlformats.org/drawingml/2006/main">
              <a:ext uri="{FF2B5EF4-FFF2-40B4-BE49-F238E27FC236}">
                <a16:creationId xmlns:a16="http://schemas.microsoft.com/office/drawing/2014/main" id="{B97DB8D9-AF24-4B1B-B779-627EF1DB0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219700"/>
            <a:ext cx="1109472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0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200">
                <a:solidFill>
                  <a:srgbClr val="222222"/>
                </a:solidFill>
                <a:latin typeface="Arial"/>
                <a:ea typeface="Arial"/>
                <a:cs typeface="Arial"/>
              </a:rPr>
              <a:t>Use a small native table with readable cells.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20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200">
                <a:solidFill>
                  <a:srgbClr val="222222"/>
                </a:solidFill>
                <a:latin typeface="Arial"/>
                <a:ea typeface="Arial"/>
                <a:cs typeface="Arial"/>
              </a:rPr>
              <a:t>Split large tables across slides.</a:t>
            </a:r>
          </a:p>
        </p:txBody>
      </p:sp>
    </p:spTree>
    <p:extLst>
      <p:ext uri="{BB962C8B-B14F-4D97-AF65-F5344CB8AC3E}">
        <p14:creationId xmlns:p14="http://schemas.microsoft.com/office/powerpoint/2010/main" val="7519464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 title">
            <a:extLst xmlns:a="http://schemas.openxmlformats.org/drawingml/2006/main">
              <a:ext uri="{FF2B5EF4-FFF2-40B4-BE49-F238E27FC236}">
                <a16:creationId xmlns:a16="http://schemas.microsoft.com/office/drawing/2014/main" id="{391FAF43-6217-48CE-8CD4-4AF58D9C6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0050"/>
            <a:ext cx="1109472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800" b="1">
                <a:solidFill>
                  <a:srgbClr val="1F2A44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1F2A44"/>
                </a:solidFill>
                <a:latin typeface="Arial"/>
                <a:ea typeface="Arial"/>
                <a:cs typeface="Arial"/>
              </a:rPr>
              <a:t>An equation with its assumptions</a:t>
            </a:r>
          </a:p>
        </p:txBody>
      </p:sp>
      <p:sp>
        <p:nvSpPr>
          <p:cNvPr id="2" name="Title rule">
            <a:extLst xmlns:a="http://schemas.openxmlformats.org/drawingml/2006/main">
              <a:ext uri="{FF2B5EF4-FFF2-40B4-BE49-F238E27FC236}">
                <a16:creationId xmlns:a16="http://schemas.microsoft.com/office/drawing/2014/main" id="{69D497E7-9C56-451C-9371-7D3B5E829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05840"/>
            <a:ext cx="110947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2A44"/>
            </a:solidFill>
          </a:ln>
        </p:spPr>
      </p:sp>
      <p:sp>
        <p:nvSpPr>
          <p:cNvPr id="3" name="Page number">
            <a:extLst xmlns:a="http://schemas.openxmlformats.org/drawingml/2006/main">
              <a:ext uri="{FF2B5EF4-FFF2-40B4-BE49-F238E27FC236}">
                <a16:creationId xmlns:a16="http://schemas.microsoft.com/office/drawing/2014/main" id="{353AB9C5-80BF-4686-AD0E-E781A288D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6160" y="64674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1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100">
                <a:solidFill>
                  <a:srgbClr val="666666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" name="Equation">
            <a:extLst xmlns:a="http://schemas.openxmlformats.org/drawingml/2006/main">
              <a:ext uri="{FF2B5EF4-FFF2-40B4-BE49-F238E27FC236}">
                <a16:creationId xmlns:a16="http://schemas.microsoft.com/office/drawing/2014/main" id="{21B101F4-BD5F-4B4C-90A8-ADA9727B9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571625"/>
            <a:ext cx="762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40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3400">
                <a:solidFill>
                  <a:srgbClr val="222222"/>
                </a:solidFill>
                <a:latin typeface="Arial"/>
                <a:ea typeface="Arial"/>
                <a:cs typeface="Arial"/>
              </a:rPr>
              <a:t>Δv = Isp g₀ ln(m₀ / mf)</a:t>
            </a:r>
          </a:p>
        </p:txBody>
      </p:sp>
      <p:sp>
        <p:nvSpPr>
          <p:cNvPr id="5" name="Body text">
            <a:extLst xmlns:a="http://schemas.openxmlformats.org/drawingml/2006/main">
              <a:ext uri="{FF2B5EF4-FFF2-40B4-BE49-F238E27FC236}">
                <a16:creationId xmlns:a16="http://schemas.microsoft.com/office/drawing/2014/main" id="{88FC1BCD-6E95-450A-8D11-81282293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886075"/>
            <a:ext cx="1109472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228600" algn="l">
              <a:lnSpc>
                <a:spcPct val="115000"/>
              </a:lnSpc>
              <a:spcAft>
                <a:spcPts val="1000"/>
              </a:spcAft>
              <a:buFont typeface="Arial"/>
              <a:buChar char="•"/>
              <a:defRPr sz="220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200">
                <a:solidFill>
                  <a:srgbClr val="222222"/>
                </a:solidFill>
                <a:latin typeface="Arial"/>
                <a:ea typeface="Arial"/>
                <a:cs typeface="Arial"/>
              </a:rPr>
              <a:t>Define each symbol immediately below the equation.</a:t>
            </a:r>
          </a:p>
          <a:p xmlns:a="http://schemas.openxmlformats.org/drawingml/2006/main">
            <a:pPr marL="228600" indent="-228600" algn="l">
              <a:lnSpc>
                <a:spcPct val="115000"/>
              </a:lnSpc>
              <a:spcAft>
                <a:spcPts val="1000"/>
              </a:spcAft>
              <a:buFont typeface="Arial"/>
              <a:buChar char="•"/>
              <a:defRPr sz="220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200">
                <a:solidFill>
                  <a:srgbClr val="222222"/>
                </a:solidFill>
                <a:latin typeface="Arial"/>
                <a:ea typeface="Arial"/>
                <a:cs typeface="Arial"/>
              </a:rPr>
              <a:t>State the assumptions needed to interpret the result.</a:t>
            </a:r>
          </a:p>
          <a:p xmlns:a="http://schemas.openxmlformats.org/drawingml/2006/main">
            <a:pPr marL="228600" indent="-228600" algn="l">
              <a:lnSpc>
                <a:spcPct val="115000"/>
              </a:lnSpc>
              <a:spcAft>
                <a:spcPts val="1000"/>
              </a:spcAft>
              <a:buFont typeface="Arial"/>
              <a:buChar char="•"/>
              <a:defRPr sz="220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200">
                <a:solidFill>
                  <a:srgbClr val="222222"/>
                </a:solidFill>
                <a:latin typeface="Arial"/>
                <a:ea typeface="Arial"/>
                <a:cs typeface="Arial"/>
              </a:rPr>
              <a:t>Use a short worked example when the numbers clarify the method.</a:t>
            </a:r>
          </a:p>
          <a:p xmlns:a="http://schemas.openxmlformats.org/drawingml/2006/main">
            <a:pPr marL="228600" indent="-228600" algn="l">
              <a:lnSpc>
                <a:spcPct val="115000"/>
              </a:lnSpc>
              <a:spcAft>
                <a:spcPts val="1000"/>
              </a:spcAft>
              <a:buFont typeface="Arial"/>
              <a:buChar char="•"/>
              <a:defRPr sz="220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200">
                <a:solidFill>
                  <a:srgbClr val="222222"/>
                </a:solidFill>
                <a:latin typeface="Arial"/>
                <a:ea typeface="Arial"/>
                <a:cs typeface="Arial"/>
              </a:rPr>
              <a:t>Put a long derivation on a separate slide or in an appendix.</a:t>
            </a:r>
          </a:p>
        </p:txBody>
      </p:sp>
    </p:spTree>
    <p:extLst>
      <p:ext uri="{BB962C8B-B14F-4D97-AF65-F5344CB8AC3E}">
        <p14:creationId xmlns:p14="http://schemas.microsoft.com/office/powerpoint/2010/main" val="11702686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222222"/>
      </a:dk1>
      <a:lt1>
        <a:srgbClr val="FFFFFF"/>
      </a:lt1>
      <a:dk2>
        <a:srgbClr val="1F2A44"/>
      </a:dk2>
      <a:lt2>
        <a:srgbClr val="FFFFFF"/>
      </a:lt2>
      <a:accent1>
        <a:srgbClr val="1F2A44"/>
      </a:accent1>
      <a:accent2>
        <a:srgbClr val="666666"/>
      </a:accent2>
      <a:accent3>
        <a:srgbClr val="888888"/>
      </a:accent3>
      <a:accent4>
        <a:srgbClr val="444444"/>
      </a:accent4>
      <a:accent5>
        <a:srgbClr val="B8BDC6"/>
      </a:accent5>
      <a:accent6>
        <a:srgbClr val="222222"/>
      </a:accent6>
      <a:hlink>
        <a:srgbClr val="1F2A44"/>
      </a:hlink>
      <a:folHlink>
        <a:srgbClr val="666666"/>
      </a:folHlink>
    </a:clrScheme>
    <a:fontScheme name="Office">
      <a:majorFont>
        <a:latin typeface="Arial"/>
        <a:ea typeface="Calibri Light"/>
        <a:cs typeface="Calibri Light"/>
      </a:majorFont>
      <a:minorFont>
        <a:latin typeface="Arial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2026-09-09T15:47:38.7030000Z</dcterms:created>
  <dcterms:modified xsi:type="dcterms:W3CDTF">2026-09-09T15:47:38.7030000Z</dcterms:modified>
</coreProperties>
</file>